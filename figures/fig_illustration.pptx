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9BD9"/>
    <a:srgbClr val="3DFAFF"/>
    <a:srgbClr val="00FDFF"/>
    <a:srgbClr val="2D5D83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30"/>
  </p:normalViewPr>
  <p:slideViewPr>
    <p:cSldViewPr snapToGrid="0">
      <p:cViewPr varScale="1">
        <p:scale>
          <a:sx n="113" d="100"/>
          <a:sy n="113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F13B-022E-0E07-7020-B64928266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DD3F7-E584-334E-58C0-0C1EFC78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DA778-C249-2A99-7926-EFC9FB54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ADF71-9269-A8C2-E36A-CEEB0E1E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4144-F123-BBC7-EB16-FE5CB68B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8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8E59-8CD3-E6A6-F5E8-1D0BB691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D922D-8B78-CE42-7FEE-CC65201A5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F17A-0871-9597-68C5-AC4C91DC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935F6-AB88-1D16-511D-2C92F593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7AC17-D896-4484-488C-10FFD9FF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6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B2BE5-03A4-0648-5284-D28B66A6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AB3F9-75E1-C707-75BA-C62A90707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FA302-E8FF-D979-F3FA-A79C2468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7512D-3685-C3BD-D456-028DBFF9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34A5D-76B9-1D0A-F3D5-83F567F9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4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FEC1-3FA4-BDA9-B1E0-BD974AEE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8606A-BE62-56F0-D553-3AAF7BCC5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F3624-5568-7E06-8012-53C4238D6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7C526-A6D6-10EC-AB0D-87761379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908AF-84AD-10DE-4D75-BADE94D31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55F24-A0AE-6041-7765-CD384890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2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12449-8A2C-2984-5D96-C9C5D270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2BDC0-AD7F-1985-5D2C-91617C0F6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4E445-3AFA-BB58-929D-9E1EE6B3A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466C50-EB65-111D-F4F9-01EDEEE78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F38B1-5617-B6E4-6FEE-EE076FCDB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732CC-F36A-4906-E4DD-312325F6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4E291-9E3A-5E6F-DFBE-D35D804A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B9BB10-8139-8BA2-BF40-F7999E98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1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A486-5BF9-7F9F-13A4-080BA159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BB181-1E47-D294-5381-AD84ACE7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71238-43DD-F300-9C73-54F59C49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6ECC1-0A50-3C26-3E6B-452C7C02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4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D1800F-FDF7-B220-35BA-1068A3B2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F6818-4151-D7BD-9BE4-2E6A907D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7C1B2-F51F-CC0A-F370-429EAB39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0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3ED6-1A5D-B630-0EB0-E209E969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2EF1E-23AD-CE12-A400-33CAACDBB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C3847-4F7F-6DDE-FF4B-BD2AC91EC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6BB13-3906-2E8E-4D6B-36ED5106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47AA1-4033-065B-52DE-4D67A27E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D443D-12C1-E9FD-6979-742DE6F7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1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D0DB-A7EA-E058-CF4B-679E8A86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AE6416-5D44-2168-D402-6B6E1D21F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F2F0C-32D8-76C3-F949-402382E04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12D94-7F60-1485-F2A2-7F6F0500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13CF8-1115-46C9-8070-9E09150D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1E852-0C75-A196-3BCF-202F5BC4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6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D779-6B0C-52CF-E427-BE184365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6CBD0-8FEB-2DD1-59FC-EC43CD33A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414B7-CB11-8030-817A-1AF16D8D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0111F-8F62-3BFF-5B2A-FD549582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DB013-0AF6-B741-2742-9E2965DC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0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3D0E6-0D57-E374-B406-F2993D8D0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017DC-B015-4A70-0DE7-3E86F7F69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E369-8970-0EF9-D5DF-E97964C1B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BD015-280A-1E4E-BB2C-2F7349CA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53CB8-8CDB-7D91-410D-E6822365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1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EF13D-C087-A53E-9C28-BC68D1D06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0AB6D-931E-6C2C-838B-42205595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9B826-2696-3DFA-BE7C-90E724FA1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0112B-39A5-D148-AB9D-308CAB945000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C354D-9160-B916-8F5C-B2AE32453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4EC6-3EE6-7078-815C-FA5E0D31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13547-7B13-0B43-BD24-0BBF5BA6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CB321088-24A1-297A-1B8E-8B92BD87F167}"/>
              </a:ext>
            </a:extLst>
          </p:cNvPr>
          <p:cNvGrpSpPr/>
          <p:nvPr/>
        </p:nvGrpSpPr>
        <p:grpSpPr>
          <a:xfrm>
            <a:off x="337691" y="1048871"/>
            <a:ext cx="10043047" cy="5242744"/>
            <a:chOff x="337691" y="1048871"/>
            <a:chExt cx="10043047" cy="524274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4C1B974-C912-AFFB-E65A-D7E06CDC0762}"/>
                </a:ext>
              </a:extLst>
            </p:cNvPr>
            <p:cNvSpPr/>
            <p:nvPr/>
          </p:nvSpPr>
          <p:spPr>
            <a:xfrm>
              <a:off x="2157126" y="3255543"/>
              <a:ext cx="2482109" cy="1679963"/>
            </a:xfrm>
            <a:prstGeom prst="rect">
              <a:avLst/>
            </a:prstGeom>
            <a:solidFill>
              <a:srgbClr val="3DF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15E9666-CB12-EA45-9433-5ED9BD1D4686}"/>
                </a:ext>
              </a:extLst>
            </p:cNvPr>
            <p:cNvSpPr/>
            <p:nvPr/>
          </p:nvSpPr>
          <p:spPr>
            <a:xfrm>
              <a:off x="4909328" y="3255543"/>
              <a:ext cx="2482109" cy="1679963"/>
            </a:xfrm>
            <a:prstGeom prst="rect">
              <a:avLst/>
            </a:prstGeom>
            <a:solidFill>
              <a:srgbClr val="3DF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7F83F5E-65FD-403F-F3CD-D6FA491E032D}"/>
                </a:ext>
              </a:extLst>
            </p:cNvPr>
            <p:cNvSpPr/>
            <p:nvPr/>
          </p:nvSpPr>
          <p:spPr>
            <a:xfrm>
              <a:off x="7686358" y="3255543"/>
              <a:ext cx="2670509" cy="1679963"/>
            </a:xfrm>
            <a:prstGeom prst="rect">
              <a:avLst/>
            </a:prstGeom>
            <a:solidFill>
              <a:srgbClr val="3DF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5A9896A-A19F-C456-F362-0E996FD89EDB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4278439" y="1393680"/>
              <a:ext cx="1864309" cy="22175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F23ABA-0985-CB12-B8E2-05A85CE68F35}"/>
                </a:ext>
              </a:extLst>
            </p:cNvPr>
            <p:cNvSpPr/>
            <p:nvPr/>
          </p:nvSpPr>
          <p:spPr>
            <a:xfrm>
              <a:off x="8458862" y="2337179"/>
              <a:ext cx="1131794" cy="415863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getRepo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126B5A-546A-89DB-F8F4-770642401355}"/>
                </a:ext>
              </a:extLst>
            </p:cNvPr>
            <p:cNvSpPr/>
            <p:nvPr/>
          </p:nvSpPr>
          <p:spPr>
            <a:xfrm>
              <a:off x="5519492" y="2337179"/>
              <a:ext cx="1261782" cy="415863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listRepos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DB95B8-3BC1-341B-6871-AF522DAA4181}"/>
                </a:ext>
              </a:extLst>
            </p:cNvPr>
            <p:cNvSpPr/>
            <p:nvPr/>
          </p:nvSpPr>
          <p:spPr>
            <a:xfrm>
              <a:off x="2926561" y="2337179"/>
              <a:ext cx="936977" cy="415863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export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77CABF-0F2A-0A14-5EA4-F21BFD207305}"/>
                </a:ext>
              </a:extLst>
            </p:cNvPr>
            <p:cNvSpPr txBox="1"/>
            <p:nvPr/>
          </p:nvSpPr>
          <p:spPr>
            <a:xfrm>
              <a:off x="838356" y="1209014"/>
              <a:ext cx="817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Server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8900BB-A9EC-986A-A58A-9C6CBB636D35}"/>
                </a:ext>
              </a:extLst>
            </p:cNvPr>
            <p:cNvSpPr txBox="1"/>
            <p:nvPr/>
          </p:nvSpPr>
          <p:spPr>
            <a:xfrm>
              <a:off x="705916" y="236044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Endpoint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1FDB9D0-2E82-B6D8-71FD-3BAE38B45A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0383" y="1382879"/>
              <a:ext cx="794250" cy="9434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6FD29DC-18DA-B646-FD56-2A514CBF2127}"/>
                </a:ext>
              </a:extLst>
            </p:cNvPr>
            <p:cNvCxnSpPr>
              <a:cxnSpLocks/>
            </p:cNvCxnSpPr>
            <p:nvPr/>
          </p:nvCxnSpPr>
          <p:spPr>
            <a:xfrm>
              <a:off x="7391437" y="1198128"/>
              <a:ext cx="1633322" cy="11281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9489A0A-7AC3-B67C-B7B7-0F603AA73A62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3395049" y="1393595"/>
              <a:ext cx="1" cy="9435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2BE79C-D67A-394A-01F8-268B2F81569F}"/>
                </a:ext>
              </a:extLst>
            </p:cNvPr>
            <p:cNvSpPr/>
            <p:nvPr/>
          </p:nvSpPr>
          <p:spPr>
            <a:xfrm>
              <a:off x="2352388" y="3395958"/>
              <a:ext cx="2091584" cy="338328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PDS addresses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D484DF2-37E6-AFE3-EC34-F7764EC5AECB}"/>
                </a:ext>
              </a:extLst>
            </p:cNvPr>
            <p:cNvSpPr txBox="1"/>
            <p:nvPr/>
          </p:nvSpPr>
          <p:spPr>
            <a:xfrm>
              <a:off x="2712380" y="4819892"/>
              <a:ext cx="137160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Export logs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2F8ED61-EB9C-A2B8-86C5-F8C8EB8CBE05}"/>
                </a:ext>
              </a:extLst>
            </p:cNvPr>
            <p:cNvCxnSpPr>
              <a:cxnSpLocks/>
              <a:stCxn id="7" idx="2"/>
              <a:endCxn id="34" idx="0"/>
            </p:cNvCxnSpPr>
            <p:nvPr/>
          </p:nvCxnSpPr>
          <p:spPr>
            <a:xfrm>
              <a:off x="3395050" y="2753042"/>
              <a:ext cx="3131" cy="5025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53CA1C8-F207-E5C6-5A26-F9ECF242F531}"/>
                </a:ext>
              </a:extLst>
            </p:cNvPr>
            <p:cNvSpPr txBox="1"/>
            <p:nvPr/>
          </p:nvSpPr>
          <p:spPr>
            <a:xfrm>
              <a:off x="5345258" y="4819892"/>
              <a:ext cx="1610249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listRepos</a:t>
              </a:r>
              <a:r>
                <a:rPr lang="en-US" dirty="0"/>
                <a:t> data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AE2C2F9-ACE6-7C11-6502-BC4B0D32BB7D}"/>
                </a:ext>
              </a:extLst>
            </p:cNvPr>
            <p:cNvCxnSpPr>
              <a:cxnSpLocks/>
              <a:stCxn id="6" idx="2"/>
              <a:endCxn id="52" idx="0"/>
            </p:cNvCxnSpPr>
            <p:nvPr/>
          </p:nvCxnSpPr>
          <p:spPr>
            <a:xfrm>
              <a:off x="6150383" y="2753042"/>
              <a:ext cx="0" cy="5025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8A3BDB4-FE10-6226-C9BC-6826A95CD9A5}"/>
                </a:ext>
              </a:extLst>
            </p:cNvPr>
            <p:cNvCxnSpPr>
              <a:cxnSpLocks/>
              <a:stCxn id="5" idx="2"/>
              <a:endCxn id="57" idx="0"/>
            </p:cNvCxnSpPr>
            <p:nvPr/>
          </p:nvCxnSpPr>
          <p:spPr>
            <a:xfrm flipH="1">
              <a:off x="9021613" y="2753042"/>
              <a:ext cx="3146" cy="5025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A7B0F77-09F1-F97B-3C37-A1D42925210B}"/>
                </a:ext>
              </a:extLst>
            </p:cNvPr>
            <p:cNvSpPr txBox="1"/>
            <p:nvPr/>
          </p:nvSpPr>
          <p:spPr>
            <a:xfrm>
              <a:off x="8060914" y="4819892"/>
              <a:ext cx="182880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User repository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DD2E72-5E90-0450-B47E-004508342969}"/>
                </a:ext>
              </a:extLst>
            </p:cNvPr>
            <p:cNvSpPr/>
            <p:nvPr/>
          </p:nvSpPr>
          <p:spPr>
            <a:xfrm>
              <a:off x="2601923" y="1048871"/>
              <a:ext cx="1586255" cy="689618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PLC Directory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9A4AD7-626D-D19D-5922-DDB827A895C9}"/>
                </a:ext>
              </a:extLst>
            </p:cNvPr>
            <p:cNvSpPr/>
            <p:nvPr/>
          </p:nvSpPr>
          <p:spPr>
            <a:xfrm>
              <a:off x="6142748" y="1048871"/>
              <a:ext cx="1586255" cy="689618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PDS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682D3FA-A87E-2127-A0C1-03B8A3F3D8D7}"/>
                </a:ext>
              </a:extLst>
            </p:cNvPr>
            <p:cNvSpPr/>
            <p:nvPr/>
          </p:nvSpPr>
          <p:spPr>
            <a:xfrm>
              <a:off x="3920728" y="5601997"/>
              <a:ext cx="1586255" cy="689618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Nodes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7E8D107-C3B2-A04E-74CD-BF0D76BA25E4}"/>
                </a:ext>
              </a:extLst>
            </p:cNvPr>
            <p:cNvSpPr/>
            <p:nvPr/>
          </p:nvSpPr>
          <p:spPr>
            <a:xfrm>
              <a:off x="8794483" y="5601997"/>
              <a:ext cx="1586255" cy="689618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Follows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D5410A18-B1D0-3B09-E208-D9570B7BB418}"/>
                </a:ext>
              </a:extLst>
            </p:cNvPr>
            <p:cNvCxnSpPr>
              <a:cxnSpLocks/>
            </p:cNvCxnSpPr>
            <p:nvPr/>
          </p:nvCxnSpPr>
          <p:spPr>
            <a:xfrm>
              <a:off x="4312108" y="4531537"/>
              <a:ext cx="397943" cy="544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F52545A-8F21-48A4-8914-DD873AC5FF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0934" y="3429000"/>
              <a:ext cx="467193" cy="16511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E16310BB-C4CB-014A-8C40-9E0CE43AAC73}"/>
                </a:ext>
              </a:extLst>
            </p:cNvPr>
            <p:cNvCxnSpPr>
              <a:cxnSpLocks/>
              <a:endCxn id="84" idx="0"/>
            </p:cNvCxnSpPr>
            <p:nvPr/>
          </p:nvCxnSpPr>
          <p:spPr>
            <a:xfrm>
              <a:off x="4711404" y="5054149"/>
              <a:ext cx="2452" cy="5478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9672C1A-431D-3385-DC79-C5AA8ED64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1677" y="3956081"/>
              <a:ext cx="546390" cy="112126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252DEC2-7A17-7CC4-237B-7F14855D60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6168" y="4534339"/>
              <a:ext cx="606579" cy="5525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767E9CD9-EF92-3DEC-7556-E3A35ACB15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4473" y="3429000"/>
              <a:ext cx="408902" cy="13581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B11131C-CD27-187D-9161-637B813D2036}"/>
                </a:ext>
              </a:extLst>
            </p:cNvPr>
            <p:cNvCxnSpPr>
              <a:cxnSpLocks/>
            </p:cNvCxnSpPr>
            <p:nvPr/>
          </p:nvCxnSpPr>
          <p:spPr>
            <a:xfrm>
              <a:off x="7546038" y="4782280"/>
              <a:ext cx="0" cy="80953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2FEEBF5-005C-B78B-7F00-4C1CD45362C7}"/>
                </a:ext>
              </a:extLst>
            </p:cNvPr>
            <p:cNvCxnSpPr>
              <a:cxnSpLocks/>
            </p:cNvCxnSpPr>
            <p:nvPr/>
          </p:nvCxnSpPr>
          <p:spPr>
            <a:xfrm>
              <a:off x="9958887" y="4563442"/>
              <a:ext cx="0" cy="103272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480D30B-4279-DC66-686D-B8D2589591DD}"/>
                </a:ext>
              </a:extLst>
            </p:cNvPr>
            <p:cNvSpPr/>
            <p:nvPr/>
          </p:nvSpPr>
          <p:spPr>
            <a:xfrm>
              <a:off x="6532819" y="5601997"/>
              <a:ext cx="1586255" cy="689618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Starter packs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395A2C-88D4-F09C-F714-0AAE05D79BD1}"/>
                </a:ext>
              </a:extLst>
            </p:cNvPr>
            <p:cNvSpPr/>
            <p:nvPr/>
          </p:nvSpPr>
          <p:spPr>
            <a:xfrm>
              <a:off x="2352388" y="3877438"/>
              <a:ext cx="2091585" cy="342813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Potential DIDs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58BFF3A-264A-C28C-E060-1A3B673B217C}"/>
                </a:ext>
              </a:extLst>
            </p:cNvPr>
            <p:cNvSpPr/>
            <p:nvPr/>
          </p:nvSpPr>
          <p:spPr>
            <a:xfrm>
              <a:off x="2352388" y="4358920"/>
              <a:ext cx="2091585" cy="342812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DID creation times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2C68E20-965D-AC98-0FD6-D0B69F3A3536}"/>
                </a:ext>
              </a:extLst>
            </p:cNvPr>
            <p:cNvSpPr/>
            <p:nvPr/>
          </p:nvSpPr>
          <p:spPr>
            <a:xfrm>
              <a:off x="5104590" y="3877438"/>
              <a:ext cx="2091585" cy="342813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Active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0E9A687-1857-0EB7-48B1-CD80816511C0}"/>
                </a:ext>
              </a:extLst>
            </p:cNvPr>
            <p:cNvSpPr/>
            <p:nvPr/>
          </p:nvSpPr>
          <p:spPr>
            <a:xfrm>
              <a:off x="5104590" y="4358920"/>
              <a:ext cx="2091585" cy="342812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Status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0A496D7-E199-BBD0-8312-EE9A634EDF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6037" y="4030389"/>
              <a:ext cx="471762" cy="7689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394E608-0DBB-A0F1-7DA5-E902317D94FF}"/>
                </a:ext>
              </a:extLst>
            </p:cNvPr>
            <p:cNvSpPr/>
            <p:nvPr/>
          </p:nvSpPr>
          <p:spPr>
            <a:xfrm>
              <a:off x="7861101" y="3395958"/>
              <a:ext cx="2321023" cy="342812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Starter pack creation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D7166C8-74BB-260F-E604-CBD48B6A245C}"/>
                </a:ext>
              </a:extLst>
            </p:cNvPr>
            <p:cNvSpPr/>
            <p:nvPr/>
          </p:nvSpPr>
          <p:spPr>
            <a:xfrm>
              <a:off x="7861101" y="3877438"/>
              <a:ext cx="2321023" cy="342813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Starter pack add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608A56F-A465-3713-9EF6-03F41C0F43AB}"/>
                </a:ext>
              </a:extLst>
            </p:cNvPr>
            <p:cNvSpPr/>
            <p:nvPr/>
          </p:nvSpPr>
          <p:spPr>
            <a:xfrm>
              <a:off x="7861101" y="4353997"/>
              <a:ext cx="2321023" cy="342813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Follow event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45B06259-7FBA-6404-264F-FADC4CBC7BA1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V="1">
              <a:off x="6857473" y="2545111"/>
              <a:ext cx="1601389" cy="108636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0195787-B340-8A7C-2BFD-A738A929527C}"/>
                </a:ext>
              </a:extLst>
            </p:cNvPr>
            <p:cNvSpPr/>
            <p:nvPr/>
          </p:nvSpPr>
          <p:spPr>
            <a:xfrm>
              <a:off x="5104590" y="3395958"/>
              <a:ext cx="2091584" cy="342812"/>
            </a:xfrm>
            <a:prstGeom prst="rect">
              <a:avLst/>
            </a:prstGeom>
            <a:solidFill>
              <a:srgbClr val="2D5D8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DIDs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B15E992-7CA1-F677-5951-D31F2E867FE6}"/>
                </a:ext>
              </a:extLst>
            </p:cNvPr>
            <p:cNvSpPr txBox="1"/>
            <p:nvPr/>
          </p:nvSpPr>
          <p:spPr>
            <a:xfrm>
              <a:off x="741952" y="4030389"/>
              <a:ext cx="10102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Records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048B77E-2652-2FDA-AF60-BE249318F97E}"/>
                </a:ext>
              </a:extLst>
            </p:cNvPr>
            <p:cNvSpPr txBox="1"/>
            <p:nvPr/>
          </p:nvSpPr>
          <p:spPr>
            <a:xfrm>
              <a:off x="337691" y="5623641"/>
              <a:ext cx="18187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Post-processed records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778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40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nwlandry</dc:creator>
  <cp:lastModifiedBy>nwlandry</cp:lastModifiedBy>
  <cp:revision>27</cp:revision>
  <dcterms:created xsi:type="dcterms:W3CDTF">2025-12-02T18:04:01Z</dcterms:created>
  <dcterms:modified xsi:type="dcterms:W3CDTF">2025-12-05T22:22:13Z</dcterms:modified>
</cp:coreProperties>
</file>